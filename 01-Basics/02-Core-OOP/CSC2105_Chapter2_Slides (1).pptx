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OBJECT-ORIENTED PROGRAMMING USING 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Making, Loops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Problem Solving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3657600" cy="0"/>
          </a:xfrm>
          <a:prstGeom prst="line">
            <a:avLst/>
          </a:prstGeom>
          <a:noFill/>
          <a:ln w="25400">
            <a:solidFill>
              <a:srgbClr val="CC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Nasser Kimbugwe  ·  Geno Joshua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983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Christian University  ·  Faculty of Engineering  ·  AY 2025/2026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 |  VS Code  |  Google Colab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you will be able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109728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6916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programs that make decisions using Boolean expressions and conditional statements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14600"/>
            <a:ext cx="109728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repetition structures to automate repetitive calculations and data 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109728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94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suitable control structures for a given computational problem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617720"/>
            <a:ext cx="109728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46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4846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test and debug programs containing decisions and loops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BOOLEAN EXPRESSIONS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Boolean Expression?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that evaluates to either True or False — the foundation of decision-making.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3474720"/>
          </a:xfrm>
          <a:prstGeom prst="roundRect">
            <a:avLst>
              <a:gd name="adj" fmla="val 2632"/>
            </a:avLst>
          </a:prstGeom>
          <a:solidFill>
            <a:srgbClr val="1E2A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 True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== 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 True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&lt;=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 False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!= "world"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 True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5740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 are named after George Boole, who developed Boolean algebra.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True and False are keywords and must be capitalized.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CONDITIONAL STATEMENTS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&amp; IF-ELSE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E2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temperature &gt; 25: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print("It's hot outside")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print("Drink water")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822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if-else Statement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417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print("Adult")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print("Minor")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109728" cy="1371600"/>
          </a:xfrm>
          <a:prstGeom prst="rect">
            <a:avLst/>
          </a:prstGeom>
          <a:solidFill>
            <a:srgbClr val="CC990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Matters!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indentation defines code blocks. All statements within an if block must be indented consistently (usually 4 spaces). Missing or inconsistent indentation causes IndentationError.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CONDITIONAL STATEMENTS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&amp; NESTED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— Multiple Conditions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E2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"B"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"C"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60: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"D"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"F"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print(f"Grade: {grade}")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822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Decisions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123444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has_license: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print("Eligible")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print("Need license")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 young")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023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5E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The first true condition runs; the rest are skipped. Check specific conditions before general 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MATCH-CASE  (Python 3.10+)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with match-case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match-case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= "start"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command: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"start":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print("Starting...")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"stop":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print("Stopping...")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"pause":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print("Pausing...")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_: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print("Unknown")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guards &amp; multiple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response_code: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200: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print("Success")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301 | 302: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print("Redirect")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404: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print("Not Found")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code if code &gt;= 500: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print("Server Error")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_: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print("Other")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LOOPS &amp;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 — Definite Iteration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Function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n-1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range(start, stop)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to stop-1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range(start, stop, step)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custom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12801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15087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for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# 0 1 2 3 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step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10, 2):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# 2 4 6 8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 a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8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297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when you know the number of iterations or are iterating over a collection (list, string, tuple, range).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LOOPS &amp;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OVER COLLECTIONS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Style — Iterating Over Collections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foreach keyword. The same for loop walks each element of a collection — this is the for-each pattern.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E2A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strings &amp; enumerate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 a list (for-each item)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"orange"]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 a string (for-each char)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"Python"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char in word: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print(char)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index via enumerate()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fruit in enumerate(fruits):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print(f"{index}: {fruit}")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Tuples, dicts &amp; 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 a tuple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(10, 20, 30)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coords: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 dictionary keys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{"Ann": 20, "Bob": 22}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ages: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ages[name])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Keys and values together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age in ages.items():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{age}")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LOOPS &amp;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— Indefinite Iteration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1E2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5: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input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 = 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user_input != "quit":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input("..."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5E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08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Infinite Loops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ensure the condition eventually becomes False. Otherwise the loop never terminates.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Must have a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somewhere!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when the number of iterations is unknown in advance — e.g. waiting for valid user input, processing until a sentinel value, or reading until EOF.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LOOPS &amp;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range(3):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print(f"({i},{j})", end=" 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print()  # new line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(0,0) (0,1) (0,2)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(1,0) (1,1) (1,2)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(2,0) (2,1) (2,2)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6):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print(f"{i*j:4}", end="")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1   2   3   4  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2   4   6   8 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3   6   9  12  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...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LOOP CONTROL STATEMENTS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· CONTINUE · PASS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05840"/>
            <a:ext cx="365760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the loop immediately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3291840" cy="3017520"/>
          </a:xfrm>
          <a:prstGeom prst="roundRect">
            <a:avLst>
              <a:gd name="adj" fmla="val 1818"/>
            </a:avLst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688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2 3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005840"/>
            <a:ext cx="365760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rest of current iteration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286000"/>
            <a:ext cx="3291840" cy="3017520"/>
          </a:xfrm>
          <a:prstGeom prst="roundRect">
            <a:avLst>
              <a:gd name="adj" fmla="val 1818"/>
            </a:avLst>
          </a:prstGeom>
          <a:solidFill>
            <a:srgbClr val="1E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688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range(6):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% 2 ==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3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0058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005840"/>
            <a:ext cx="3657600" cy="7315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nothing — placeholder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2286000"/>
            <a:ext cx="3291840" cy="3017520"/>
          </a:xfrm>
          <a:prstGeom prst="roundRect">
            <a:avLst>
              <a:gd name="adj" fmla="val 1818"/>
            </a:avLst>
          </a:prstGeom>
          <a:solidFill>
            <a:srgbClr val="1E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4688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2 3 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LOOP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WITH LOOPS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Clause with Loops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block runs only when the loop completes normally — without a break.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E2A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completion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print("Done normally")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 normally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break — else skipped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5: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print("Will NOT run")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 1 2 3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(else never executes)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LARGEST &amp; SUMMING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Largest Number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[3, 7, 2, 9, 5,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 = numbers[0]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 in numbers: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 &gt; largest: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largest = num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print(f"Largest: {largest}")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Largest: 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Numbers (for &amp; while)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print(f"Sum: {total}")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with while: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0; i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&lt;= 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FIBONACCI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 = int(input("Age: 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0 &lt;= age &lt;= 120: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print("Invalid age")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print("Enter a number")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print(f"Age: {age}")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Sequence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print("Fibonacci:")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print(a, end=" 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b, a + 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1 2 3 5 8 13 21 34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DEBUGGING STRATEGIES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Decisions &amp; Loops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never becomes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condition changes inside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Off-by-one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number of 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loop boundaries carefully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indentation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consistent 4-space indent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vs ==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instead of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== for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colon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: after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: at end of if/for/while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SELECTION &amp; STYLE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Loop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943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number of 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range()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Iterating over a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number of 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count with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range(start, stop, step)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23444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Guidelines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0" y="201168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 spaces for indentation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line length: 79 characters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variable names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in UPPER_CASE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docstrings to functions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deep nesting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05840"/>
            <a:ext cx="109728" cy="2103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to True/False using comparison and logical operators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0058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005840"/>
            <a:ext cx="109728" cy="2103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elif, else, and match-case for decision making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0058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005840"/>
            <a:ext cx="109728" cy="2103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iteration over ranges and collections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83280"/>
            <a:ext cx="109728" cy="2103120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iteration until a condition is False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89120" y="33832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3383280"/>
            <a:ext cx="109728" cy="2103120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pass, and else with loops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0" y="33832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3383280"/>
            <a:ext cx="109728" cy="2103120"/>
          </a:xfrm>
          <a:prstGeom prst="rect">
            <a:avLst/>
          </a:prstGeom>
          <a:solidFill>
            <a:srgbClr val="CC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536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decisions and loops for complex logic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EXERCISES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CSC2105  ·  TOPIC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Grade Calculator — if-elif-else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Sum of Even Numbers — for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Number Guessing Game — while + hints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Prime Number Checker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Pattern Printing with nested loops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Parallel Circuit Resistance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Mean, Median, Mode calculator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3×3 Matrix sum with nested loops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Chapter: Functions and Modules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organize code into reusable blocks and create your own modules for better maintainability.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CSC2105 Topic 2: Decision Making, Loops &amp; Computational Problem Solving</dc:title>
  <dc:subject>Uganda Christian University</dc:subject>
  <dc:creator>Dr. Nasser Kimbugwe &amp; Geno Joshua</dc:creator>
  <cp:lastModifiedBy>Dr. Nasser Kimbugwe &amp; Geno Joshua</cp:lastModifiedBy>
  <cp:revision>1</cp:revision>
  <dcterms:created xsi:type="dcterms:W3CDTF">2026-08-27T07:25:24Z</dcterms:created>
  <dcterms:modified xsi:type="dcterms:W3CDTF">2026-08-27T07:25:24Z</dcterms:modified>
</cp:coreProperties>
</file>